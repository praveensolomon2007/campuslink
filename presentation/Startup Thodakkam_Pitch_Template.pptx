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6" r:id="rId3"/>
    <p:sldId id="258" r:id="rId4"/>
    <p:sldId id="259" r:id="rId5"/>
    <p:sldId id="271" r:id="rId6"/>
    <p:sldId id="261" r:id="rId7"/>
    <p:sldId id="272" r:id="rId8"/>
    <p:sldId id="263" r:id="rId9"/>
    <p:sldId id="260" r:id="rId10"/>
    <p:sldId id="264" r:id="rId11"/>
    <p:sldId id="273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B3103-3026-FD20-59DC-CD6114A0F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28395A-2157-23AD-C044-C7F9930C0E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8E94-E6B7-09B9-269C-06F2242D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5B1C-4C50-4FC8-A97C-C81689D89B2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B69D3-1637-4EA1-EA45-0FD4A1799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75E51-3C80-E516-278B-7D914EFD8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42C2F-74B1-488F-B83B-777CEBC7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05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7BF13-AEC0-DEC2-1F6C-35F1B3A54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FF496-CFD0-5C2C-136B-4A2E2A199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7C5CE-43B0-BB36-387F-26C1E432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5B1C-4C50-4FC8-A97C-C81689D89B2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7A351-9F79-B515-BE22-2A0A8AC4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BB10D-8D8E-B55A-9DAA-48673DE33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42C2F-74B1-488F-B83B-777CEBC7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27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8232-BB8B-088F-9C6D-32477E017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BAAB4-7D0E-ECEC-FABE-F8C812C14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13E3B-F7E8-143E-EA5C-4434D241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5B1C-4C50-4FC8-A97C-C81689D89B2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EEFB2-5A9A-269C-6C64-06855341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59DDE-74EB-F78A-6C58-266CE3797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42C2F-74B1-488F-B83B-777CEBC7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12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CD6C1-2E7C-C921-42BB-36BDD2F6F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B617A-DA1F-5F5C-7C11-916596D34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51824A-BBB5-082B-BFA6-7DAD010D1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2D338-BDDF-C7EE-F0C7-C8D716289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5B1C-4C50-4FC8-A97C-C81689D89B2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6CA83-6E6D-BDFF-46E5-7FC6E244E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52C89-1712-D5C3-FCCD-AB2448AC4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42C2F-74B1-488F-B83B-777CEBC7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006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B084B-55A4-6306-81F0-A64C3CAE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4F447-23DE-7CC6-A8B6-F3FA86DA8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2D11C-8F23-5BD6-996C-F3B70FBCD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7967EE-C1BF-B156-E947-84B2F96A1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FB0822-BDEA-9237-0BAE-573F7B51C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148FFA-FF49-27B2-8EFE-B68A6ABFB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5B1C-4C50-4FC8-A97C-C81689D89B2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7968B-7D0C-AC41-3B44-B02E071D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902352-CB8B-14EA-906A-BD0AA60EE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42C2F-74B1-488F-B83B-777CEBC7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17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70827-9720-C179-2B57-17E87288D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D6BF19-6C72-47C4-47DF-564BAE4EF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5B1C-4C50-4FC8-A97C-C81689D89B2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9CFCBD-25AC-1CA8-B2E8-77553BE4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28CC0-4AEF-1019-3876-F3471006D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42C2F-74B1-488F-B83B-777CEBC7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264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A8C3E0-3246-68AA-7783-43CC71C71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5B1C-4C50-4FC8-A97C-C81689D89B2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75F4E1-BE42-82FD-A8CC-40EE2A17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7B336-C31B-2FE5-781E-3B81F4DA7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42C2F-74B1-488F-B83B-777CEBC7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75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0329F-1359-A7DD-8F4C-F72C27435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6F944-B891-C3CE-8718-20484C6F8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A0DA4-0307-832E-4DB9-70CA35840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B69C4-9F2C-C7F2-C005-4EE2F8B51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5B1C-4C50-4FC8-A97C-C81689D89B2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EBF46D-7433-B295-6011-2749248E1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D2AA5-DC7A-46DE-004D-CA78C62C0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42C2F-74B1-488F-B83B-777CEBC7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06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8C71A-0635-3726-8C4E-8AC775EB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882CA8-CE49-B83A-F907-1D74E60C0A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AF319-82C7-3F54-9583-6EAC7591E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FF8A2-DAE8-E6BE-A7AB-EE4B7327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5B1C-4C50-4FC8-A97C-C81689D89B2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850E9-28C9-B0D9-CF67-12A079CFA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19779-A01D-3ADC-47A7-874D61917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42C2F-74B1-488F-B83B-777CEBC7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700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35085-61AD-85EB-D67F-13EF326A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D32D9-71E2-95D6-9D05-79574837B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B803A-E1D2-877B-04B7-876BD92CC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5B1C-4C50-4FC8-A97C-C81689D89B2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A63E6-1A8E-E436-1F35-B7F95DD3E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3FD7B-5E39-1236-A849-8778CD35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42C2F-74B1-488F-B83B-777CEBC7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020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BB165A-CDFF-EC5E-0E5A-ECB4096086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8A755-D241-CC71-F1EF-EF7EA59E1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40BA6-8374-479B-C355-BA07350C7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C5B1C-4C50-4FC8-A97C-C81689D89B2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2854C-400B-3F08-FBFF-FB4E1DACE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F378F-A828-C752-0373-91BDF7484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42C2F-74B1-488F-B83B-777CEBC7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406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FB097D-F103-6A1B-63A9-93DFC6194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B685D-39F9-E21C-E2A8-DA18A9C45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E3BEF-6442-578A-6A0B-3256D81F61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C5B1C-4C50-4FC8-A97C-C81689D89B20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30619-471A-ACEA-FF82-CC3D03E22B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9348D-6BC7-BFA2-7DF4-2B733092A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442C2F-74B1-488F-B83B-777CEBC7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54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57325" y="2625216"/>
            <a:ext cx="9144000" cy="1165480"/>
          </a:xfrm>
        </p:spPr>
        <p:txBody>
          <a:bodyPr/>
          <a:lstStyle/>
          <a:p>
            <a:r>
              <a:rPr lang="en-IN" dirty="0"/>
              <a:t>Startup Pitch Deck -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7325" y="3882771"/>
            <a:ext cx="9144000" cy="1655762"/>
          </a:xfrm>
        </p:spPr>
        <p:txBody>
          <a:bodyPr/>
          <a:lstStyle/>
          <a:p>
            <a:r>
              <a:rPr lang="en-US" dirty="0"/>
              <a:t>Team Name | Tagline</a:t>
            </a:r>
          </a:p>
          <a:p>
            <a:r>
              <a:rPr lang="en-US" dirty="0"/>
              <a:t>Presenter Name | Department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FDCCB1-8664-0FD9-BA82-85D0241BC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649" y="216399"/>
            <a:ext cx="2533652" cy="11654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604FA9-6C7C-4ACA-98BE-8A97E2C32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627" y="338984"/>
            <a:ext cx="1019174" cy="9804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FAEDC0-20FE-8AE7-9025-7CBA2D869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874" y="390229"/>
            <a:ext cx="809625" cy="8096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648DB3-F1E4-7486-7C8D-25191F1481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417" y="504549"/>
            <a:ext cx="1399232" cy="6069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749EC2-9D1E-2D12-A282-622114C142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1" y="390229"/>
            <a:ext cx="2523546" cy="8334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Introduce core founding members.</a:t>
            </a:r>
          </a:p>
          <a:p>
            <a:r>
              <a:rPr dirty="0"/>
              <a:t>Mention key skills, expertise, and advisors.</a:t>
            </a:r>
          </a:p>
          <a:p>
            <a:r>
              <a:rPr dirty="0"/>
              <a:t>Add photos or designations if possible.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7F0B20-539F-459E-5DA3-23ABFDD72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450" y="230188"/>
            <a:ext cx="1677016" cy="7714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8A86D9-6CD5-1284-8946-6498DBDA2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54" y="5756960"/>
            <a:ext cx="703647" cy="6769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A16531-B216-9C63-6242-0E1C724E66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401" y="5810249"/>
            <a:ext cx="545613" cy="5456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Define the specific pain point faced by your target users.</a:t>
            </a:r>
          </a:p>
          <a:p>
            <a:r>
              <a:rPr dirty="0"/>
              <a:t>Use data or real-life examples to make it relatable.</a:t>
            </a:r>
          </a:p>
          <a:p>
            <a:r>
              <a:rPr dirty="0"/>
              <a:t>Highlight inefficiencies or unmet needs.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2EFA92-A169-EC24-CF40-831D1479B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025" y="5751816"/>
            <a:ext cx="1677016" cy="7714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3D753E-E1AB-FC87-67E4-4C8614B61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54" y="5756960"/>
            <a:ext cx="703647" cy="6769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9658D56-6FCA-8E69-9E88-8407EB21A7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401" y="5810249"/>
            <a:ext cx="545613" cy="5456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</a:t>
            </a:r>
            <a:r>
              <a:rPr dirty="0"/>
              <a:t>Solution / 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Describe your solution, product</a:t>
            </a:r>
          </a:p>
          <a:p>
            <a:r>
              <a:rPr dirty="0"/>
              <a:t>Explain how it uniquely solves the problem.</a:t>
            </a:r>
          </a:p>
          <a:p>
            <a:r>
              <a:rPr dirty="0"/>
              <a:t>Add visuals, screenshots or prototype photos.</a:t>
            </a:r>
          </a:p>
          <a:p>
            <a:r>
              <a:rPr dirty="0"/>
              <a:t>Highlight innovation or differentiation.</a:t>
            </a:r>
            <a:endParaRPr lang="en-IN" dirty="0"/>
          </a:p>
          <a:p>
            <a:r>
              <a:rPr lang="en-IN" dirty="0"/>
              <a:t>Who faces this problem? 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5ECE1A-233E-25B2-FC0E-1BC60461A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025" y="5751816"/>
            <a:ext cx="1677016" cy="7714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1DB85B-8384-02D0-1D99-7EA91C987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54" y="5756960"/>
            <a:ext cx="703647" cy="6769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520F5E9-2F8E-4FF4-EEFC-506844BA79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401" y="5810249"/>
            <a:ext cx="545613" cy="5456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E4F36-B0C3-8D7F-712E-A781659F4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7B0FC-0AA2-04A5-D6DC-7BB6FC814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Solution / Product </a:t>
            </a:r>
            <a:r>
              <a:rPr lang="en-IN" dirty="0"/>
              <a:t>Picture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F6F3D-A953-B71A-2BC4-E576F8DF6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Add visuals, screenshots or prototype photos.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D6F3F7-D0DB-8782-1E53-5CD6540BB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025" y="5751816"/>
            <a:ext cx="1677016" cy="7714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D54D40-6E0B-B0DE-A780-B9E60B9A1E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54" y="5756960"/>
            <a:ext cx="703647" cy="6769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A6B56C-BC88-0126-7C72-A1EF1B695B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401" y="5810249"/>
            <a:ext cx="545613" cy="54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310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Compare your solution with existing alternatives.</a:t>
            </a:r>
            <a:endParaRPr lang="en-IN" dirty="0"/>
          </a:p>
          <a:p>
            <a:r>
              <a:rPr lang="en-IN" dirty="0"/>
              <a:t>Current solution</a:t>
            </a:r>
            <a:endParaRPr dirty="0"/>
          </a:p>
          <a:p>
            <a:r>
              <a:rPr dirty="0"/>
              <a:t>Use a table to highlight key differentiators.</a:t>
            </a:r>
          </a:p>
          <a:p>
            <a:r>
              <a:rPr dirty="0"/>
              <a:t>Emphasize your USP (Unique Selling Proposition).</a:t>
            </a:r>
            <a:endParaRPr lang="en-IN" dirty="0"/>
          </a:p>
          <a:p>
            <a:r>
              <a:rPr lang="en-IN" dirty="0"/>
              <a:t>Why existing solutions fail?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BF62F7-6763-0706-F77D-8F7167754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025" y="5751816"/>
            <a:ext cx="1677016" cy="7714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352E8E-569A-E678-7E6E-5D8572DED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54" y="5756960"/>
            <a:ext cx="703647" cy="6769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01C6F5-2754-33FF-C185-091F2D251C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401" y="5810249"/>
            <a:ext cx="545613" cy="5456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Define your target customer segments.</a:t>
            </a:r>
          </a:p>
          <a:p>
            <a:r>
              <a:rPr dirty="0"/>
              <a:t>Mention market size and potential growth.</a:t>
            </a:r>
          </a:p>
          <a:p>
            <a:r>
              <a:rPr dirty="0"/>
              <a:t>Highlight key trends supporting your idea.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C79FE7-0B2A-310D-5285-387510446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025" y="5751816"/>
            <a:ext cx="1677016" cy="7714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42757B-8C0C-A9A6-4892-9F497710F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54" y="5756960"/>
            <a:ext cx="703647" cy="6769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8672BF-3749-9493-27A5-0562491E9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401" y="5810249"/>
            <a:ext cx="545613" cy="5456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Technology /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Explain the core technology or approach.</a:t>
            </a:r>
          </a:p>
          <a:p>
            <a:r>
              <a:rPr dirty="0"/>
              <a:t>Mention IPRs, patents, or R&amp;D aspects.</a:t>
            </a:r>
          </a:p>
          <a:p>
            <a:r>
              <a:rPr dirty="0"/>
              <a:t>Indicate TRL (Technology Readiness Level).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138869-1A42-F08B-F99E-61EAF3FAE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025" y="5751816"/>
            <a:ext cx="1677016" cy="7714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3A0DAC-3A8D-A3D1-007A-4237470D55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54" y="5756960"/>
            <a:ext cx="703647" cy="6769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691A5E-B28D-5F02-61B1-85FFAF4AE1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401" y="5810249"/>
            <a:ext cx="545613" cy="5456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Explain how your startup will make money.</a:t>
            </a:r>
          </a:p>
          <a:p>
            <a:r>
              <a:rPr dirty="0"/>
              <a:t>Revenue model: subscription, commission, or others.</a:t>
            </a:r>
          </a:p>
          <a:p>
            <a:r>
              <a:rPr dirty="0"/>
              <a:t>Mention customer acquisition channels.</a:t>
            </a:r>
            <a:endParaRPr lang="en-IN" dirty="0"/>
          </a:p>
          <a:p>
            <a:r>
              <a:rPr lang="en-IN" dirty="0"/>
              <a:t>Who will pay? </a:t>
            </a:r>
          </a:p>
          <a:p>
            <a:r>
              <a:rPr lang="en-IN" dirty="0"/>
              <a:t>How much?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6FEFDF-03B2-C780-34D6-D5F8828D8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025" y="5751816"/>
            <a:ext cx="1677016" cy="7714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87A251-05EF-1472-342A-3622FF7837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54" y="5756960"/>
            <a:ext cx="703647" cy="6769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920D993-CC18-51F2-EABD-448198D872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401" y="5810249"/>
            <a:ext cx="545613" cy="5456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Go-to-Market (GTM)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Outline how you will reach your customers.</a:t>
            </a:r>
          </a:p>
          <a:p>
            <a:r>
              <a:rPr dirty="0"/>
              <a:t>Include marketing and sales strategy.</a:t>
            </a:r>
          </a:p>
          <a:p>
            <a:r>
              <a:rPr dirty="0"/>
              <a:t>Show 3–6–12 month rollout milestones.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782475-F65D-CD8B-5A30-07C857A35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025" y="5751816"/>
            <a:ext cx="1677016" cy="7714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BE59E4-0531-2FDA-7648-32AE7D8E6D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54" y="5756960"/>
            <a:ext cx="703647" cy="6769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DCB4DB-5F7E-A7F4-98DE-A3D56411C8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401" y="5810249"/>
            <a:ext cx="545613" cy="5456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4B8AB-1527-FF5C-08A6-0299544D2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09C91-9C81-1352-30D1-B04FD2684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Duration/Timeline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281BE-F5CA-1824-A261-C7718D740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milestones and timelines for the upcoming months, along with resource allocation for each phase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066B80-89B5-8C4D-7F20-739B0DDAE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025" y="5751816"/>
            <a:ext cx="1677016" cy="7714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2A2A77-BC00-872D-77DA-2BE953FBB4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54" y="5756960"/>
            <a:ext cx="703647" cy="6769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7E656DE-59CF-0E79-6156-410D01F478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401" y="5810249"/>
            <a:ext cx="545613" cy="54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468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Financial Overview</a:t>
            </a:r>
            <a:r>
              <a:rPr lang="en-IN" dirty="0"/>
              <a:t> – Required Budget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Basic 3-year projection (revenue, expenses).</a:t>
            </a:r>
          </a:p>
          <a:p>
            <a:r>
              <a:rPr dirty="0"/>
              <a:t>Mention funding required and use of funds.</a:t>
            </a:r>
          </a:p>
          <a:p>
            <a:r>
              <a:rPr dirty="0"/>
              <a:t>Keep it simple and realistic.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DE7393-CA56-901E-C75F-0E98282DA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025" y="5751816"/>
            <a:ext cx="1677016" cy="7714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DAC120-1F9C-F9EF-191F-1CD4C0CEF0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54" y="5756960"/>
            <a:ext cx="703647" cy="6769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F71855-1866-9C60-AC80-8763C4C252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401" y="5810249"/>
            <a:ext cx="545613" cy="545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297</Words>
  <Application>Microsoft Office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Startup Pitch Deck - Title</vt:lpstr>
      <vt:lpstr>Team</vt:lpstr>
      <vt:lpstr>Problem Statement</vt:lpstr>
      <vt:lpstr>Proposed Solution / Product Overview</vt:lpstr>
      <vt:lpstr>Solution / Product Picture</vt:lpstr>
      <vt:lpstr>Competitive Landscape</vt:lpstr>
      <vt:lpstr>Market Opportunity</vt:lpstr>
      <vt:lpstr>Technology / Innovation</vt:lpstr>
      <vt:lpstr>Business Model</vt:lpstr>
      <vt:lpstr>Go-to-Market (GTM) Strategy</vt:lpstr>
      <vt:lpstr>Duration/Timeline</vt:lpstr>
      <vt:lpstr>Financial Overview – Required Budget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Karthick K</dc:creator>
  <cp:lastModifiedBy>Karthick K</cp:lastModifiedBy>
  <cp:revision>6</cp:revision>
  <dcterms:created xsi:type="dcterms:W3CDTF">2026-10-01T03:47:13Z</dcterms:created>
  <dcterms:modified xsi:type="dcterms:W3CDTF">2026-10-01T04:17:02Z</dcterms:modified>
</cp:coreProperties>
</file>